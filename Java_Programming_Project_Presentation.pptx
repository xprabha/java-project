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6F420F-3013-49C4-988A-AA1AB87638AE}" v="60" dt="2026-04-09T19:57:34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08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74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9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0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0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5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80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119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8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8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9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39" y="640080"/>
            <a:ext cx="3429855" cy="5613236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java Programming Project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818" y="2106273"/>
            <a:ext cx="7172138" cy="3745107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defRPr sz="1800"/>
            </a:pPr>
            <a:r>
              <a:rPr lang="en-US" dirty="0"/>
              <a:t>Project Title: DIGITAL NOTE ORGANIZER WITH FILE STORAGE</a:t>
            </a:r>
          </a:p>
          <a:p>
            <a:pPr>
              <a:defRPr sz="1800"/>
            </a:pPr>
            <a:r>
              <a:rPr lang="en-US" dirty="0"/>
              <a:t>Course: Java Programming Mini Project</a:t>
            </a:r>
          </a:p>
          <a:p>
            <a:pPr>
              <a:defRPr sz="1800"/>
            </a:pPr>
            <a:r>
              <a:rPr lang="en-US" dirty="0"/>
              <a:t>Student Name &amp; Roll No: PRABHAKARAN S &amp; 25BCS245</a:t>
            </a:r>
          </a:p>
          <a:p>
            <a:pPr>
              <a:defRPr sz="1800"/>
            </a:pPr>
            <a:r>
              <a:rPr lang="en-US" dirty="0"/>
              <a:t>Department: B.Sc. Computer Science</a:t>
            </a:r>
          </a:p>
          <a:p>
            <a:pPr>
              <a:defRPr sz="1800"/>
            </a:pPr>
            <a:r>
              <a:rPr lang="en-US" dirty="0"/>
              <a:t>Mentor / Guide:</a:t>
            </a:r>
            <a:r>
              <a:rPr lang="en-US" sz="1800" b="1" dirty="0"/>
              <a:t> </a:t>
            </a:r>
            <a:r>
              <a:rPr lang="en-US" sz="1800" dirty="0"/>
              <a:t>DHARANEESH.S</a:t>
            </a:r>
            <a:endParaRPr lang="en-IN" sz="1800" dirty="0"/>
          </a:p>
        </p:txBody>
      </p:sp>
      <p:pic>
        <p:nvPicPr>
          <p:cNvPr id="6" name="Picture 5" descr="A blue and red logo&#10;&#10;AI-generated content may be incorrect.">
            <a:extLst>
              <a:ext uri="{FF2B5EF4-FFF2-40B4-BE49-F238E27FC236}">
                <a16:creationId xmlns:a16="http://schemas.microsoft.com/office/drawing/2014/main" id="{CFCEF9D9-CB8C-30E2-433C-84A56344A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818" y="233332"/>
            <a:ext cx="6743910" cy="1685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dirty="0"/>
              <a:t>• This project is a Java-based application for managing digital notes</a:t>
            </a:r>
            <a:br>
              <a:rPr lang="en-US" dirty="0"/>
            </a:br>
            <a:r>
              <a:rPr lang="en-US" dirty="0"/>
              <a:t>• Helps users store, organize, and retrieve notes easily</a:t>
            </a:r>
            <a:br>
              <a:rPr lang="en-US" dirty="0"/>
            </a:br>
            <a:r>
              <a:rPr lang="en-US" dirty="0"/>
              <a:t>• Replaces traditional notebooks and scattered files</a:t>
            </a:r>
            <a:br>
              <a:rPr lang="en-US" dirty="0"/>
            </a:br>
            <a:r>
              <a:rPr lang="en-US" dirty="0"/>
              <a:t>• Provides a simple and efficient way to manage information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Picture 6" descr="A blue and red logo&#10;&#10;AI-generated content may be incorrect.">
            <a:extLst>
              <a:ext uri="{FF2B5EF4-FFF2-40B4-BE49-F238E27FC236}">
                <a16:creationId xmlns:a16="http://schemas.microsoft.com/office/drawing/2014/main" id="{CC3D9CA3-1C18-BE92-3737-94A9D5352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C85FF5D-CD2F-4426-529F-5CEF3A9FD067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java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F433-401B-D19E-FB5A-E197117D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1B03C-4C13-6DD1-094D-6BE9E2A0E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48742-D328-4818-FAD9-B1FF9CFE3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sz="1800" dirty="0"/>
              <a:t>To develop a note management system using Java</a:t>
            </a:r>
            <a:br>
              <a:rPr lang="en-US" sz="1800" dirty="0"/>
            </a:br>
            <a:r>
              <a:rPr lang="en-US" sz="1800" dirty="0"/>
              <a:t>• To store notes using file handling</a:t>
            </a:r>
            <a:br>
              <a:rPr lang="en-US" sz="1800" dirty="0"/>
            </a:br>
            <a:r>
              <a:rPr lang="en-US" sz="1800" dirty="0"/>
              <a:t>• To allow create, view, edit, and delete operations</a:t>
            </a:r>
            <a:br>
              <a:rPr lang="en-US" sz="1800" dirty="0"/>
            </a:br>
            <a:r>
              <a:rPr lang="en-US" sz="1800" dirty="0"/>
              <a:t>• To improve organization and accessibility of data</a:t>
            </a:r>
            <a:br>
              <a:rPr lang="en-US" sz="1800" dirty="0"/>
            </a:br>
            <a:r>
              <a:rPr lang="en-US" sz="1800" dirty="0"/>
              <a:t>• To demonstrate core Java concepts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37D9D67E-2EDD-AD2F-274D-985229C81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8AE0C31-BF7B-5210-89F6-48385C0AA50D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java Programming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1419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dirty="0"/>
              <a:t>• Notes may be lost in traditional systems</a:t>
            </a:r>
            <a:br>
              <a:rPr lang="en-US" dirty="0"/>
            </a:br>
            <a:r>
              <a:rPr lang="en-US" dirty="0"/>
              <a:t>• Difficult to organize large data</a:t>
            </a:r>
            <a:br>
              <a:rPr lang="en-US" dirty="0"/>
            </a:br>
            <a:r>
              <a:rPr lang="en-US" dirty="0"/>
              <a:t>• Searching notes is time-consuming</a:t>
            </a:r>
            <a:br>
              <a:rPr lang="en-US" dirty="0"/>
            </a:br>
            <a:r>
              <a:rPr lang="en-US" dirty="0"/>
              <a:t>• No proper storage or backup</a:t>
            </a:r>
            <a:br>
              <a:rPr lang="en-US" dirty="0"/>
            </a:br>
            <a:r>
              <a:rPr lang="en-US" dirty="0"/>
              <a:t>• Manual methods are inefficient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C193C4A9-4685-FBDF-1F44-578A1FDCC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28D31F9-3AA8-3431-1E27-0DB06F2FF460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java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System Requirements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IN" sz="1500" dirty="0">
              <a:solidFill>
                <a:srgbClr val="FFFFFF"/>
              </a:solidFill>
            </a:endParaRPr>
          </a:p>
          <a:p>
            <a:r>
              <a:rPr lang="en-IN" sz="1600" b="1" dirty="0"/>
              <a:t>Hardware:</a:t>
            </a:r>
            <a:br>
              <a:rPr lang="en-IN" sz="1600" dirty="0"/>
            </a:br>
            <a:r>
              <a:rPr lang="en-IN" sz="1600" dirty="0"/>
              <a:t>• Processor: i3 or higher</a:t>
            </a:r>
            <a:br>
              <a:rPr lang="en-IN" sz="1600" dirty="0"/>
            </a:br>
            <a:r>
              <a:rPr lang="en-IN" sz="1600" dirty="0"/>
              <a:t>• RAM: 4GB minimum</a:t>
            </a:r>
            <a:br>
              <a:rPr lang="en-IN" sz="1600" dirty="0"/>
            </a:br>
            <a:r>
              <a:rPr lang="en-IN" sz="1600" dirty="0"/>
              <a:t>• Storage: 500MB</a:t>
            </a:r>
          </a:p>
          <a:p>
            <a:r>
              <a:rPr lang="en-IN" sz="1600" b="1" dirty="0"/>
              <a:t>Software:</a:t>
            </a:r>
            <a:br>
              <a:rPr lang="en-IN" sz="1600" dirty="0"/>
            </a:br>
            <a:r>
              <a:rPr lang="en-IN" sz="1600" dirty="0"/>
              <a:t>• OS: Windows/Linux</a:t>
            </a:r>
            <a:br>
              <a:rPr lang="en-IN" sz="1600" dirty="0"/>
            </a:br>
            <a:r>
              <a:rPr lang="en-IN" sz="1600" dirty="0"/>
              <a:t>• Language: Java</a:t>
            </a:r>
            <a:br>
              <a:rPr lang="en-IN" sz="1600" dirty="0"/>
            </a:br>
            <a:r>
              <a:rPr lang="en-IN" sz="1600" dirty="0"/>
              <a:t>• IDE: Eclipse / IntelliJ / NetBeans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1392A1EC-4E19-57D7-4947-D0EB722C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CBAC279-35D5-0BBE-450A-E804D915FEFC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java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• User interacts with the application</a:t>
            </a:r>
            <a:br>
              <a:rPr lang="en-US" dirty="0"/>
            </a:br>
            <a:r>
              <a:rPr lang="en-US" dirty="0"/>
              <a:t>• Application processes data</a:t>
            </a:r>
            <a:br>
              <a:rPr lang="en-US" dirty="0"/>
            </a:br>
            <a:r>
              <a:rPr lang="en-US" dirty="0"/>
              <a:t>• Data stored using file handling</a:t>
            </a:r>
          </a:p>
          <a:p>
            <a:r>
              <a:rPr lang="en-US" dirty="0"/>
              <a:t>Include:</a:t>
            </a:r>
            <a:br>
              <a:rPr lang="en-US" dirty="0"/>
            </a:br>
            <a:r>
              <a:rPr lang="en-US" dirty="0"/>
              <a:t>• Flowchart</a:t>
            </a:r>
            <a:br>
              <a:rPr lang="en-US" dirty="0"/>
            </a:br>
            <a:r>
              <a:rPr lang="en-US" dirty="0"/>
              <a:t>• Module diagram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55654E17-9978-B47B-C4A4-11E19DF18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834A6CB-2902-1EAD-EE4C-87042FE71220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java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Module Description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IN" dirty="0"/>
              <a:t>• Input Module – Accepts note content</a:t>
            </a:r>
            <a:br>
              <a:rPr lang="en-IN" dirty="0"/>
            </a:br>
            <a:r>
              <a:rPr lang="en-IN" dirty="0"/>
              <a:t>• Processing Module – Handles logic</a:t>
            </a:r>
            <a:br>
              <a:rPr lang="en-IN" dirty="0"/>
            </a:br>
            <a:r>
              <a:rPr lang="en-IN" dirty="0"/>
              <a:t>• File Storage Module – Saves notes in file</a:t>
            </a:r>
            <a:br>
              <a:rPr lang="en-IN" dirty="0"/>
            </a:br>
            <a:r>
              <a:rPr lang="en-IN" dirty="0"/>
              <a:t>• Display Module – Shows notes to user</a:t>
            </a:r>
            <a:br>
              <a:rPr lang="en-IN" dirty="0"/>
            </a:br>
            <a:r>
              <a:rPr lang="en-IN" dirty="0"/>
              <a:t>• Edit/Delete Module – Modify or remove notes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5BC93063-3800-2D2B-245E-10A062F94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7D6C3E7-2815-9A3E-AF80-69072763500A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java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Algorithm / Flowchart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B63DBD0D-A3B9-4586-842A-0AD3CC637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FC3777D-C970-10FF-538B-C6E68751B24A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java Programming Project Presentation</a:t>
            </a: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F17D6AB5-366E-8BAC-2BEA-E6911DE09B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68688" y="2188693"/>
            <a:ext cx="456740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Start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Display menu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Enter choice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Perform operation (Create/View/Edit/Delete)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Display result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End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0268216-686D-5D0E-22B0-3C838E0BD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220" y="1995457"/>
            <a:ext cx="2924488" cy="4074127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dirty="0"/>
              <a:t>• Used Core Java</a:t>
            </a:r>
            <a:br>
              <a:rPr lang="en-US" dirty="0"/>
            </a:br>
            <a:r>
              <a:rPr lang="en-US" dirty="0"/>
              <a:t>• File handling (</a:t>
            </a:r>
            <a:r>
              <a:rPr lang="en-US" dirty="0" err="1"/>
              <a:t>FileWriter</a:t>
            </a:r>
            <a:r>
              <a:rPr lang="en-US" dirty="0"/>
              <a:t>, </a:t>
            </a:r>
            <a:r>
              <a:rPr lang="en-US" dirty="0" err="1"/>
              <a:t>FileReader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• Loops and conditions</a:t>
            </a:r>
            <a:br>
              <a:rPr lang="en-US" dirty="0"/>
            </a:br>
            <a:r>
              <a:rPr lang="en-US" dirty="0"/>
              <a:t>• Menu-driven program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796703C0-6481-F787-9366-DCA16D889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E64EB39-C404-5106-DC17-E1DDC0804416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java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Output Screens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dirty="0"/>
              <a:t>• Menu screen</a:t>
            </a:r>
            <a:br>
              <a:rPr lang="en-US" dirty="0"/>
            </a:br>
            <a:r>
              <a:rPr lang="en-US" dirty="0"/>
              <a:t>• Create note</a:t>
            </a:r>
            <a:br>
              <a:rPr lang="en-US" dirty="0"/>
            </a:br>
            <a:r>
              <a:rPr lang="en-US" dirty="0"/>
              <a:t>• View notes</a:t>
            </a:r>
            <a:br>
              <a:rPr lang="en-US" dirty="0"/>
            </a:br>
            <a:r>
              <a:rPr lang="en-US" dirty="0"/>
              <a:t>• Output display</a:t>
            </a:r>
          </a:p>
          <a:p>
            <a:pPr>
              <a:defRPr sz="1800"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071806B7-3E64-159A-B881-802C2EF85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6B2CC93-C258-759E-E047-A48BF6F3EE88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java Programming Project Presentation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1DED3D-43CF-5351-E629-92A4CE7CC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05" y="2489202"/>
            <a:ext cx="3207404" cy="262179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Results &amp; Discussion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dirty="0"/>
              <a:t>• Notes stored successfully</a:t>
            </a:r>
            <a:br>
              <a:rPr lang="en-US" dirty="0"/>
            </a:br>
            <a:r>
              <a:rPr lang="en-US" dirty="0"/>
              <a:t>• Easy retrieval of data</a:t>
            </a:r>
            <a:br>
              <a:rPr lang="en-US" dirty="0"/>
            </a:br>
            <a:r>
              <a:rPr lang="en-US" dirty="0"/>
              <a:t>• Reduced manual effort</a:t>
            </a:r>
            <a:br>
              <a:rPr lang="en-US" dirty="0"/>
            </a:br>
            <a:r>
              <a:rPr lang="en-US" dirty="0"/>
              <a:t>• Improved organization</a:t>
            </a:r>
            <a:br>
              <a:rPr lang="en-US" dirty="0"/>
            </a:br>
            <a:r>
              <a:rPr lang="en-US" dirty="0"/>
              <a:t>• System works efficiently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3BE39648-BA08-EA97-64BF-0F8447EB7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FBD865B-42DD-1676-B9A1-0990F2FBB94B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java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Conclusion &amp; Future Enhancement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sz="1500" dirty="0">
              <a:solidFill>
                <a:srgbClr val="FFFFFF"/>
              </a:solidFill>
            </a:endParaRPr>
          </a:p>
          <a:p>
            <a:r>
              <a:rPr lang="en-IN" sz="1600" b="1" dirty="0"/>
              <a:t>Conclusion:</a:t>
            </a:r>
            <a:br>
              <a:rPr lang="en-IN" sz="1600" dirty="0"/>
            </a:br>
            <a:r>
              <a:rPr lang="en-IN" sz="1600" dirty="0"/>
              <a:t>• Project achieved its objective</a:t>
            </a:r>
            <a:br>
              <a:rPr lang="en-IN" sz="1600" dirty="0"/>
            </a:br>
            <a:r>
              <a:rPr lang="en-IN" sz="1600" dirty="0"/>
              <a:t>• Easy and efficient note management</a:t>
            </a:r>
            <a:br>
              <a:rPr lang="en-IN" sz="1600" dirty="0"/>
            </a:br>
            <a:r>
              <a:rPr lang="en-IN" sz="1600" dirty="0"/>
              <a:t>• Demonstrates Java concepts</a:t>
            </a:r>
          </a:p>
          <a:p>
            <a:r>
              <a:rPr lang="en-IN" sz="1600" b="1" dirty="0"/>
              <a:t>Future Enhancements:</a:t>
            </a:r>
            <a:br>
              <a:rPr lang="en-IN" sz="1600" dirty="0"/>
            </a:br>
            <a:r>
              <a:rPr lang="en-IN" sz="1600" dirty="0"/>
              <a:t>• Add GUI (Swing/JavaFX)</a:t>
            </a:r>
            <a:br>
              <a:rPr lang="en-IN" sz="1600" dirty="0"/>
            </a:br>
            <a:r>
              <a:rPr lang="en-IN" sz="1600" dirty="0"/>
              <a:t>• Add database</a:t>
            </a:r>
            <a:br>
              <a:rPr lang="en-IN" sz="1600" dirty="0"/>
            </a:br>
            <a:r>
              <a:rPr lang="en-IN" sz="1600" dirty="0"/>
              <a:t>• Add login system</a:t>
            </a:r>
            <a:br>
              <a:rPr lang="en-IN" sz="1600" dirty="0"/>
            </a:br>
            <a:r>
              <a:rPr lang="en-IN" sz="1600" dirty="0"/>
              <a:t>• Cloud storage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E33C33AE-CEF9-0AF8-7898-A9FC7E41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C083346-2093-66D1-1B34-0DA04F8577EA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java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References / Acknowledgement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IN" dirty="0"/>
              <a:t>• Java: The Complete Reference – Herbert Schildt</a:t>
            </a:r>
            <a:br>
              <a:rPr lang="en-IN" dirty="0"/>
            </a:br>
            <a:r>
              <a:rPr lang="en-IN" dirty="0"/>
              <a:t>• Programming with Java – </a:t>
            </a:r>
            <a:r>
              <a:rPr lang="en-IN" dirty="0" err="1"/>
              <a:t>Balagurusamy</a:t>
            </a:r>
            <a:br>
              <a:rPr lang="en-IN" dirty="0"/>
            </a:br>
            <a:r>
              <a:rPr lang="en-IN" dirty="0"/>
              <a:t>• Oracle Java Documentation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GeeksforGeeks</a:t>
            </a:r>
            <a:r>
              <a:rPr lang="en-IN" dirty="0"/>
              <a:t>, W3Schools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A8F9C778-C564-0AE5-96C4-4F5B80AFB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34B797E-1E27-7D7C-ACA9-939E1194A594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java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D4A79B-06B2-4FE7-9CF6-54D940A8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FA14D-8E4F-42D4-B5A0-9588A6A45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5" y="321731"/>
            <a:ext cx="11551187" cy="62145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9" y="585216"/>
            <a:ext cx="10329671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Thank You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0B2B88-1A1B-486B-9366-918FE2E71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9" y="2286000"/>
            <a:ext cx="10329671" cy="3862971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n-US" dirty="0">
                <a:solidFill>
                  <a:srgbClr val="FFFFFF"/>
                </a:solidFill>
              </a:rPr>
              <a:t>Questions &amp; Discussions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59</TotalTime>
  <Words>509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Tw Cen MT</vt:lpstr>
      <vt:lpstr>Tw Cen MT Condensed</vt:lpstr>
      <vt:lpstr>Wingdings 3</vt:lpstr>
      <vt:lpstr>Integral</vt:lpstr>
      <vt:lpstr>java Programming Project Presentation</vt:lpstr>
      <vt:lpstr>Introduction</vt:lpstr>
      <vt:lpstr>Objective</vt:lpstr>
      <vt:lpstr>Problem Statement</vt:lpstr>
      <vt:lpstr>System Requirements</vt:lpstr>
      <vt:lpstr>System Design</vt:lpstr>
      <vt:lpstr>Module Description</vt:lpstr>
      <vt:lpstr>Algorithm / Flowchart</vt:lpstr>
      <vt:lpstr>Implementation</vt:lpstr>
      <vt:lpstr>Output Screens</vt:lpstr>
      <vt:lpstr>Results &amp; Discussion</vt:lpstr>
      <vt:lpstr>Conclusion &amp; Future Enhancement</vt:lpstr>
      <vt:lpstr>References / Acknowledgement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Prabhakaran S</dc:creator>
  <cp:keywords/>
  <dc:description>generated using python-pptx</dc:description>
  <cp:lastModifiedBy>Prabhakaran S</cp:lastModifiedBy>
  <cp:revision>3</cp:revision>
  <dcterms:created xsi:type="dcterms:W3CDTF">2013-01-27T09:14:16Z</dcterms:created>
  <dcterms:modified xsi:type="dcterms:W3CDTF">2026-04-09T20:00:41Z</dcterms:modified>
  <cp:category/>
</cp:coreProperties>
</file>